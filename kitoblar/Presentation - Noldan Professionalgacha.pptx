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ITC Avant Garde Gothic" charset="1" panose="020B0502020202020204"/>
      <p:regular r:id="rId23"/>
    </p:embeddedFont>
    <p:embeddedFont>
      <p:font typeface="TT Fors" charset="1" panose="020B0003030001020000"/>
      <p:regular r:id="rId24"/>
    </p:embeddedFont>
    <p:embeddedFont>
      <p:font typeface="TT Fors Bold" charset="1" panose="020B000303000102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8150" y="0"/>
            <a:ext cx="6419850" cy="10287000"/>
            <a:chOff x="0" y="0"/>
            <a:chExt cx="9946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6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994603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126" r="0" b="-1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63125" cy="3430905"/>
            <a:chOff x="0" y="0"/>
            <a:chExt cx="13017500" cy="457454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193800"/>
              <a:ext cx="13017500" cy="3380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74"/>
                </a:lnSpc>
              </a:pPr>
              <a:r>
                <a:rPr lang="en-US" sz="9074" spc="-272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Noldan Professionalgacha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104775"/>
              <a:ext cx="130175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FULLSTACK DASTURLASH KURSI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444829" y="7829550"/>
            <a:ext cx="4846643" cy="1791955"/>
            <a:chOff x="0" y="0"/>
            <a:chExt cx="6462190" cy="23892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5042508"/>
            <a:chOff x="0" y="0"/>
            <a:chExt cx="14935200" cy="67233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Kurs haqida: Amaliyot va Standartlar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775164"/>
              <a:ext cx="110998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Ushbu kurs, </a:t>
              </a:r>
              <a:r>
                <a:rPr lang="en-US" b="true" sz="2100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amaliy loyihalar</a:t>
              </a:r>
              <a:r>
                <a:rPr lang="en-US" sz="210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bilan mustahkamlangan, o'quvchilarni xalqaro standartlarga mos ravishda dasturlashga tayyorlashga qaratilgan. Har oy o'ziga xos texnologiyalarga bag'ishlangan mashg'ulotlar olib boriladi.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81400"/>
              <a:ext cx="130175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b="true" sz="3199" spc="-95" strike="noStrike" u="none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O'quv jarayoni va yondashuv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5516225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Internet Qanday Ishlaydi?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7829550"/>
            <a:ext cx="6886575" cy="1790700"/>
            <a:chOff x="0" y="0"/>
            <a:chExt cx="9182100" cy="23876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Domen nomi va hosting veb-saytni onlayn qilish uchun zarurdir, ularning birgalikda ishlashi sahifalarni global tarmoqda ko'rsatadi.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Domen va Hosting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433"/>
            <a:ext cx="6886575" cy="1790700"/>
            <a:chOff x="0" y="0"/>
            <a:chExt cx="9182100" cy="2387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Internet, global tarmoq, World Wide Web orqali ma'lumot olish va ulashishni imkonini beradi, juda ko'p resurslarga kirishni ta'minlaydi.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Internet va WWW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6400" y="7829483"/>
            <a:ext cx="6886575" cy="1790700"/>
            <a:chOff x="0" y="0"/>
            <a:chExt cx="9182100" cy="23876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DNS (Domen Nomi Tizimi) domen nomlarini IP manzillarga aylantiradi, bu esa internetda resurslarga tez va oson kirishni ta'minlaydi.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DNS Tizimi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6886575" cy="1790700"/>
            <a:chOff x="0" y="0"/>
            <a:chExt cx="9182100" cy="238760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HTTP va HTTPS protokollari veb-sahifa yuklash jarayonida ma'lumot almashish xavfsizligini ta'minlaydi, shifrlash yordamida ma'lumotlarni himoya qiladi.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HTTP va HTTPS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5516225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HTML Asoslari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7829550"/>
            <a:ext cx="6886575" cy="1790700"/>
            <a:chOff x="0" y="0"/>
            <a:chExt cx="9182100" cy="23876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HTML yordamida foydalanuvchilarga interaktiv shakllar va multimedia elementlarini taqdim etish, veb sahifalarning faoliyatini oshiradi.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Formalar va Multimedia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433"/>
            <a:ext cx="6886575" cy="1790700"/>
            <a:chOff x="0" y="0"/>
            <a:chExt cx="9182100" cy="2387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HTML veb sahifalarining asosiy tuzilmasini ta'minlaydi, foydalanuvchilar uchun intuitiv interfeys yaratishda muhim rol o'ynaydi.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Veb Sahifa Strukturasi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6400" y="7829483"/>
            <a:ext cx="6886575" cy="1790700"/>
            <a:chOff x="0" y="0"/>
            <a:chExt cx="9182100" cy="23876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Sahifa kontentini qidiruv tizimlariga optimallashtirish, HTML kodining tuzilishi orqali yaxshi natijalar olishga yordam beradi.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SEO Asoslari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6886575" cy="1790700"/>
            <a:chOff x="0" y="0"/>
            <a:chExt cx="9182100" cy="238760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Semantik HTML teglaridan foydalanish, sahifaning ma'no va tuzilishini yaxshilaydi, qidiruv tizimlari uchun SEO optimallashtirishga yordam beradi.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Semantik Teglar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5516225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CSS va Bootstrap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7829550"/>
            <a:ext cx="6886575" cy="1790700"/>
            <a:chOff x="0" y="0"/>
            <a:chExt cx="9182100" cy="23876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Responsive dizayn yordamida turli qurilmalarda yaxshi ko'rinadigan veb sahifalar yaratishni o'rganasiz, bu foydalanuvchilar uchun muhimdir.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Responsive Dizayn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433"/>
            <a:ext cx="6886575" cy="1790700"/>
            <a:chOff x="0" y="0"/>
            <a:chExt cx="9182100" cy="2387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CSS selektorlar orqali elementlarni tanlash va styling asoslarini o'rganasiz, shuningdek, Box Model tushunchasini tushunib olasiz.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Selektorlar va Box Model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6400" y="7829483"/>
            <a:ext cx="6886575" cy="1790700"/>
            <a:chOff x="0" y="0"/>
            <a:chExt cx="9182100" cy="23876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Bootstrap freymvorki bilan tez va samarali dizayn yaratish orqali sahifalarning dizaynini tezda amalga oshirish imkoniyatlariga ega bo'lasiz.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Bootstrap Freymvorki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6886575" cy="1790700"/>
            <a:chOff x="0" y="0"/>
            <a:chExt cx="9182100" cy="238760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Flexbox va Grid layout yordamida responsiv dizayn yaratish imkoniyatlarini o'rganasiz, bu esa sahifalarning samarali joylashuvini ta'minlaydi.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Flexbox va Grid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6204390"/>
            <a:chOff x="0" y="0"/>
            <a:chExt cx="11099800" cy="82725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1099800" cy="4319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HTML CSS Bootstrap Landing Page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55586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Yangi veb sahifa yaratish bo'yicha loyiha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6324340"/>
              <a:ext cx="91821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Ushbu loyiha, </a:t>
              </a:r>
              <a:r>
                <a:rPr lang="en-US" b="true" sz="2100" strike="noStrike" u="none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HTML</a:t>
              </a:r>
              <a:r>
                <a:rPr lang="en-US" sz="2100" strike="noStrike" u="none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, </a:t>
              </a:r>
              <a:r>
                <a:rPr lang="en-US" b="true" sz="2100" strike="noStrike" u="none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CSS</a:t>
              </a:r>
              <a:r>
                <a:rPr lang="en-US" sz="2100" strike="noStrike" u="none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, va </a:t>
              </a:r>
              <a:r>
                <a:rPr lang="en-US" b="true" sz="2100" strike="noStrike" u="none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Bootstrap</a:t>
              </a:r>
              <a:r>
                <a:rPr lang="en-US" sz="2100" strike="noStrike" u="none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yordamida to'liq </a:t>
              </a:r>
              <a:r>
                <a:rPr lang="en-US" b="true" sz="2100" strike="noStrike" u="none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responsive landing page</a:t>
              </a:r>
              <a:r>
                <a:rPr lang="en-US" sz="2100" strike="noStrike" u="none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yaratishni o'z ichiga oladi, foydalanuvchilarga zamonaviy dizayn va yuqori sifatli tajriba taqdim etadi.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38850"/>
            <a:ext cx="2571750" cy="2326640"/>
            <a:chOff x="0" y="0"/>
            <a:chExt cx="3429000" cy="310218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4007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Ozgaruvchilar, sikllar va funksiyalar JavaScriptning asosiy komponentlaridir.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1575" y="6038850"/>
            <a:ext cx="2571750" cy="2326640"/>
            <a:chOff x="0" y="0"/>
            <a:chExt cx="3429000" cy="310218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4007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DOM manipulyatsiya va eventlar interaktivlikni ta'minlaydi.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6038850"/>
            <a:ext cx="2571750" cy="2326640"/>
            <a:chOff x="0" y="0"/>
            <a:chExt cx="3429000" cy="310218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4007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Fetch API va Async Await asinxron dasturlashni soddalashtiradi.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1225" y="6038850"/>
            <a:ext cx="2571750" cy="2326640"/>
            <a:chOff x="0" y="0"/>
            <a:chExt cx="3429000" cy="310218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4007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ES6 sintaksisi zamonaviy JavaScript kode yozishda muhim ahamiyatga ega.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04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657225"/>
            <a:ext cx="1407795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4-bosqich: JavaScript Asoslari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6750" y="5143500"/>
            <a:ext cx="819150" cy="446049"/>
            <a:chOff x="0" y="0"/>
            <a:chExt cx="1092200" cy="5947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981575" y="5143500"/>
            <a:ext cx="819150" cy="446049"/>
            <a:chOff x="0" y="0"/>
            <a:chExt cx="1092200" cy="5947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296400" y="5143500"/>
            <a:ext cx="819150" cy="446049"/>
            <a:chOff x="0" y="0"/>
            <a:chExt cx="1092200" cy="5947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611225" y="5143500"/>
            <a:ext cx="819150" cy="446049"/>
            <a:chOff x="0" y="0"/>
            <a:chExt cx="1092200" cy="5947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5194740"/>
            <a:chOff x="0" y="0"/>
            <a:chExt cx="11099800" cy="69263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10998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JavaScript Kalkulyator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0966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Sof JavaScript orqali interaktiv loyiha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978140"/>
              <a:ext cx="91821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Ushbu loyiha orqali </a:t>
              </a:r>
              <a:r>
                <a:rPr lang="en-US" b="true" sz="2100" strike="noStrike" u="none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JavaScript asoslarini</a:t>
              </a:r>
              <a:r>
                <a:rPr lang="en-US" sz="2100" strike="noStrike" u="none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amaliy tarzda o'zlashtirish, DOM elementlari bilan interaktiv ishlash va foydalanuvchi kiritgan ma'lumotlarni qayta ishlash imkoniyatini beradi.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38850"/>
            <a:ext cx="2571750" cy="2327910"/>
            <a:chOff x="0" y="0"/>
            <a:chExt cx="3429000" cy="31038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5700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Component asosida qurish yondashuvi orqali modulyar dizayn yaratiladi.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62438" y="6038904"/>
            <a:ext cx="2571750" cy="1956435"/>
            <a:chOff x="0" y="0"/>
            <a:chExt cx="3429000" cy="2608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34290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Props va State holatni boshqarish uchun muhim vositalardir.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58125" y="6038850"/>
            <a:ext cx="2571750" cy="2327910"/>
            <a:chOff x="0" y="0"/>
            <a:chExt cx="3429000" cy="31038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Hooks yordamida komponentlarda nozik va intuitiv funksiyalar qo'shiladi.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453812" y="6038850"/>
            <a:ext cx="2571750" cy="1956435"/>
            <a:chOff x="0" y="0"/>
            <a:chExt cx="3429000" cy="26085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34290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React Router sahifalar o'rtasida tez o'tish imkonini beradi.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049500" y="6038850"/>
            <a:ext cx="2571750" cy="2327910"/>
            <a:chOff x="0" y="0"/>
            <a:chExt cx="3429000" cy="310388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1155700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Context API va Redux global holatni boshqarishda muhim rol o'ynaydi.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05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66750" y="657225"/>
            <a:ext cx="1407795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5-bosqich: React js Asoslari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66750" y="5143500"/>
            <a:ext cx="819150" cy="446049"/>
            <a:chOff x="0" y="0"/>
            <a:chExt cx="1092200" cy="5947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4262497" y="5143500"/>
            <a:ext cx="819150" cy="446049"/>
            <a:chOff x="0" y="0"/>
            <a:chExt cx="1092200" cy="5947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858245" y="5143500"/>
            <a:ext cx="819150" cy="446049"/>
            <a:chOff x="0" y="0"/>
            <a:chExt cx="1092200" cy="5947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1453992" y="5143500"/>
            <a:ext cx="819150" cy="446049"/>
            <a:chOff x="0" y="0"/>
            <a:chExt cx="1092200" cy="59473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5049740" y="5143500"/>
            <a:ext cx="819150" cy="446049"/>
            <a:chOff x="0" y="0"/>
            <a:chExt cx="1092200" cy="5947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5566215"/>
            <a:chOff x="0" y="0"/>
            <a:chExt cx="11099800" cy="74216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10998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React API Dashboard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978140"/>
              <a:ext cx="9182100" cy="2443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Ushbu loyiha davomida siz tashqi API bilan ishlaydigan </a:t>
              </a:r>
              <a:r>
                <a:rPr lang="en-US" b="true" sz="2100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interaktiv dashboard</a:t>
              </a:r>
              <a:r>
                <a:rPr lang="en-US" sz="210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yaratishni o'rganasiz, bu sizning React komponentlarida ma'lumotlarni samarali ko'rsatish imkonini beradi va frontend rivojlanish jarayonini yanada kengaytiradi.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38850"/>
            <a:ext cx="2571750" cy="1955165"/>
            <a:chOff x="0" y="0"/>
            <a:chExt cx="3429000" cy="260688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4007"/>
              <a:ext cx="34290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PHP sintaksisi va </a:t>
              </a:r>
              <a:r>
                <a:rPr lang="en-US" b="true" sz="2100" spc="-52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ozgaruvchilar</a:t>
              </a:r>
              <a:r>
                <a:rPr lang="en-US" sz="2100" spc="-52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bilan tanishasiz.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1575" y="6038850"/>
            <a:ext cx="2571750" cy="1955165"/>
            <a:chOff x="0" y="0"/>
            <a:chExt cx="3429000" cy="260688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4007"/>
              <a:ext cx="34290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Shartlar va </a:t>
              </a:r>
              <a:r>
                <a:rPr lang="en-US" b="true" sz="2100" spc="-52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sikllar</a:t>
              </a:r>
              <a:r>
                <a:rPr lang="en-US" sz="2100" spc="-52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yordamida kodni nazorat qiling.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6038850"/>
            <a:ext cx="2571750" cy="2326640"/>
            <a:chOff x="0" y="0"/>
            <a:chExt cx="3429000" cy="310218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4007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Funksiyalar va </a:t>
              </a:r>
              <a:r>
                <a:rPr lang="en-US" b="true" sz="2100" spc="-52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Object Oriented Programming</a:t>
              </a:r>
              <a:r>
                <a:rPr lang="en-US" sz="2100" spc="-52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asoslarini o'rganing.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1225" y="6038850"/>
            <a:ext cx="2571750" cy="2326640"/>
            <a:chOff x="0" y="0"/>
            <a:chExt cx="3429000" cy="310218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4007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Formalar bilan ishlash va </a:t>
              </a:r>
              <a:r>
                <a:rPr lang="en-US" b="true" sz="2100" spc="-52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fayl yuklash</a:t>
              </a:r>
              <a:r>
                <a:rPr lang="en-US" sz="2100" spc="-52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jarayonlarini tushuning.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04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657225"/>
            <a:ext cx="1407795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6-bosqich: PHP Asoslari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6750" y="5143500"/>
            <a:ext cx="819150" cy="446049"/>
            <a:chOff x="0" y="0"/>
            <a:chExt cx="1092200" cy="5947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981575" y="5143500"/>
            <a:ext cx="819150" cy="446049"/>
            <a:chOff x="0" y="0"/>
            <a:chExt cx="1092200" cy="5947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296400" y="5143500"/>
            <a:ext cx="819150" cy="446049"/>
            <a:chOff x="0" y="0"/>
            <a:chExt cx="1092200" cy="5947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611225" y="5143500"/>
            <a:ext cx="819150" cy="446049"/>
            <a:chOff x="0" y="0"/>
            <a:chExt cx="1092200" cy="5947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4670865"/>
            <a:chOff x="0" y="0"/>
            <a:chExt cx="11099800" cy="62278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10998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PHP Veb Tizimi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863465"/>
              <a:ext cx="110998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Kichik Loyihalardan O'zaro Foydalanuvchilar Uchun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279640"/>
              <a:ext cx="91821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Ushbu loyiha orqali siz </a:t>
              </a:r>
              <a:r>
                <a:rPr lang="en-US" b="true" sz="2100" strike="noStrike" u="none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PHP dasturlash</a:t>
              </a:r>
              <a:r>
                <a:rPr lang="en-US" sz="2100" strike="noStrike" u="none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tilida kichik veb tizim yaratishga erishasiz, MySQL ma'lumotlar bazasi bilan integratsiya va CRUD amallarini amalga oshirish ko'nikmalarini o'zlashtirasiz.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38850"/>
            <a:ext cx="2571750" cy="1955165"/>
            <a:chOff x="0" y="0"/>
            <a:chExt cx="3429000" cy="260688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4007"/>
              <a:ext cx="34290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MVC arxitekturasi yordamida kodni samarali tashkil eting.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1575" y="6038850"/>
            <a:ext cx="2571750" cy="2326640"/>
            <a:chOff x="0" y="0"/>
            <a:chExt cx="3429000" cy="310218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4007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Eloquent ORM ma'lumotlar bazasi bilan oson ishlash imkonini beradi.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6038850"/>
            <a:ext cx="2571750" cy="1955165"/>
            <a:chOff x="0" y="0"/>
            <a:chExt cx="3429000" cy="260688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4007"/>
              <a:ext cx="34290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Autentifikatsiya va avtorizatsiya tizimini yaratish juda oson.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1225" y="6038850"/>
            <a:ext cx="2571750" cy="2698115"/>
            <a:chOff x="0" y="0"/>
            <a:chExt cx="3429000" cy="359748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4007"/>
              <a:ext cx="3429000" cy="2443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API yaratish va test qilish jarayoni professional darajada amalga oshiriladi.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04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657225"/>
            <a:ext cx="1407795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Laravel Framework Asoslari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6750" y="5143500"/>
            <a:ext cx="819150" cy="446049"/>
            <a:chOff x="0" y="0"/>
            <a:chExt cx="1092200" cy="5947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981575" y="5143500"/>
            <a:ext cx="819150" cy="446049"/>
            <a:chOff x="0" y="0"/>
            <a:chExt cx="1092200" cy="5947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296400" y="5143500"/>
            <a:ext cx="819150" cy="446049"/>
            <a:chOff x="0" y="0"/>
            <a:chExt cx="1092200" cy="5947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611225" y="5143500"/>
            <a:ext cx="819150" cy="446049"/>
            <a:chOff x="0" y="0"/>
            <a:chExt cx="1092200" cy="5947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5194740"/>
            <a:chOff x="0" y="0"/>
            <a:chExt cx="11099800" cy="69263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10998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Laravel Backend Tizimi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0966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API yaratish va autentifikatsiya jarayoni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978140"/>
              <a:ext cx="91821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Ushbu loyiha Laravel asosida </a:t>
              </a:r>
              <a:r>
                <a:rPr lang="en-US" b="true" sz="2100" strike="noStrike" u="none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toliq backend tizim</a:t>
              </a:r>
              <a:r>
                <a:rPr lang="en-US" sz="2100" strike="noStrike" u="none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 yaratishni o'z ichiga oladi, API ishlab chiqish va autentifikatsiya funksiyalarini qo'shib, frontend bilan muvaffaqiyatli integratsiya qilish imkoniyatini beradi.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543300"/>
            <a:chOff x="0" y="0"/>
            <a:chExt cx="9182100" cy="4724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AI in Development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623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Yangi imkoniyatlar dasturchilar uchun ochiladi va rivojlanadi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849596"/>
            <a:chOff x="0" y="0"/>
            <a:chExt cx="9182100" cy="246612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23103"/>
              <a:ext cx="9182100" cy="1343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6"/>
                </a:lnSpc>
                <a:spcBef>
                  <a:spcPct val="0"/>
                </a:spcBef>
              </a:pPr>
              <a:r>
                <a:rPr lang="en-US" sz="1968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AI agentlar dasturchilarga ko'plab vazifalarni avtomatlashtirish va samaradorlikni oshirishda yordam beradi, ish jarayonini tezlashtiradi.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95250"/>
              <a:ext cx="9182100" cy="58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12"/>
                </a:lnSpc>
                <a:spcBef>
                  <a:spcPct val="0"/>
                </a:spcBef>
              </a:pPr>
              <a:r>
                <a:rPr lang="en-US" sz="2437" spc="-73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AI agentlar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849596"/>
            <a:chOff x="0" y="0"/>
            <a:chExt cx="9182100" cy="246612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23103"/>
              <a:ext cx="9182100" cy="1343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6"/>
                </a:lnSpc>
                <a:spcBef>
                  <a:spcPct val="0"/>
                </a:spcBef>
              </a:pPr>
              <a:r>
                <a:rPr lang="en-US" sz="1968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MCP model konteks protokoli, xususiy muhitlarda AI agentlarini boshqarish uchun asosiy tamoyillarni belgilaydi, dasturchilar uchun innovatsion yechimlar yaratadi.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0"/>
              <a:ext cx="9182100" cy="58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12"/>
                </a:lnSpc>
                <a:spcBef>
                  <a:spcPct val="0"/>
                </a:spcBef>
              </a:pPr>
              <a:r>
                <a:rPr lang="en-US" sz="2437" spc="-73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MCP model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1849596"/>
            <a:chOff x="0" y="0"/>
            <a:chExt cx="9182100" cy="2466128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23103"/>
              <a:ext cx="9182100" cy="1343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6"/>
                </a:lnSpc>
                <a:spcBef>
                  <a:spcPct val="0"/>
                </a:spcBef>
              </a:pPr>
              <a:r>
                <a:rPr lang="en-US" sz="1968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Claude Code va boshqa AI vositalari dasturchilarga ishlab chiqarishda yordam beradigan kuchli yondashuvlar va moslamalarni taklif etadi, natijalarni yaxshilaydi.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95250"/>
              <a:ext cx="9182100" cy="58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12"/>
                </a:lnSpc>
                <a:spcBef>
                  <a:spcPct val="0"/>
                </a:spcBef>
              </a:pPr>
              <a:r>
                <a:rPr lang="en-US" sz="2437" spc="-73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AI vositalar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3762375"/>
            <a:chOff x="0" y="0"/>
            <a:chExt cx="815850" cy="4457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5850" cy="445727"/>
            </a:xfrm>
            <a:custGeom>
              <a:avLst/>
              <a:gdLst/>
              <a:ahLst/>
              <a:cxnLst/>
              <a:rect r="r" b="b" t="t" l="l"/>
              <a:pathLst>
                <a:path h="445727" w="815850">
                  <a:moveTo>
                    <a:pt x="0" y="0"/>
                  </a:moveTo>
                  <a:lnTo>
                    <a:pt x="815850" y="0"/>
                  </a:lnTo>
                  <a:lnTo>
                    <a:pt x="815850" y="445727"/>
                  </a:lnTo>
                  <a:lnTo>
                    <a:pt x="0" y="445727"/>
                  </a:lnTo>
                  <a:close/>
                </a:path>
              </a:pathLst>
            </a:custGeom>
            <a:blipFill>
              <a:blip r:embed="rId2"/>
              <a:stretch>
                <a:fillRect l="-353" t="0" r="-35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34675" y="4733925"/>
            <a:ext cx="6886575" cy="4886325"/>
            <a:chOff x="0" y="0"/>
            <a:chExt cx="815850" cy="5788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5850" cy="578881"/>
            </a:xfrm>
            <a:custGeom>
              <a:avLst/>
              <a:gdLst/>
              <a:ahLst/>
              <a:cxnLst/>
              <a:rect r="r" b="b" t="t" l="l"/>
              <a:pathLst>
                <a:path h="578881" w="815850">
                  <a:moveTo>
                    <a:pt x="0" y="0"/>
                  </a:moveTo>
                  <a:lnTo>
                    <a:pt x="815850" y="0"/>
                  </a:lnTo>
                  <a:lnTo>
                    <a:pt x="815850" y="578881"/>
                  </a:lnTo>
                  <a:lnTo>
                    <a:pt x="0" y="578881"/>
                  </a:lnTo>
                  <a:close/>
                </a:path>
              </a:pathLst>
            </a:custGeom>
            <a:blipFill>
              <a:blip r:embed="rId3"/>
              <a:stretch>
                <a:fillRect l="-144" t="0" r="-14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6750" y="666750"/>
            <a:ext cx="8324850" cy="5071110"/>
            <a:chOff x="0" y="0"/>
            <a:chExt cx="11099800" cy="676148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110998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Yakuniy FullStack Loyiha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51472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Integratsiya va Portfolio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813300"/>
              <a:ext cx="91821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Ushbu loyiha barcha </a:t>
              </a:r>
              <a:r>
                <a:rPr lang="en-US" b="true" sz="2100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bosqichlarni birlashtirib</a:t>
              </a:r>
              <a:r>
                <a:rPr lang="en-US" sz="210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, React frontend va Laravel backend tizimini integratsiyalashni ta'minlaydi, mukammal portfolio yaratish imkonini beradi.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29875" y="0"/>
            <a:ext cx="7858125" cy="10287000"/>
            <a:chOff x="0" y="0"/>
            <a:chExt cx="1764443" cy="23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64443" cy="2309817"/>
            </a:xfrm>
            <a:custGeom>
              <a:avLst/>
              <a:gdLst/>
              <a:ahLst/>
              <a:cxnLst/>
              <a:rect r="r" b="b" t="t" l="l"/>
              <a:pathLst>
                <a:path h="2309817" w="1764443">
                  <a:moveTo>
                    <a:pt x="0" y="0"/>
                  </a:moveTo>
                  <a:lnTo>
                    <a:pt x="1764443" y="0"/>
                  </a:lnTo>
                  <a:lnTo>
                    <a:pt x="1764443" y="2309817"/>
                  </a:lnTo>
                  <a:lnTo>
                    <a:pt x="0" y="2309817"/>
                  </a:lnTo>
                  <a:close/>
                </a:path>
              </a:pathLst>
            </a:custGeom>
            <a:blipFill>
              <a:blip r:embed="rId2"/>
              <a:stretch>
                <a:fillRect l="0" t="-421" r="0" b="-42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2647950"/>
            <a:chOff x="0" y="0"/>
            <a:chExt cx="11099800" cy="35306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10998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Siz tayyormisiz?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168525"/>
              <a:ext cx="11068284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O'z mahoratingizni oshirish va rivojlantirish uchun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Noldan Professionalgacha</dc:description>
  <dc:identifier>DAHUcT345D8</dc:identifier>
  <dcterms:modified xsi:type="dcterms:W3CDTF">2011-08-01T06:04:30Z</dcterms:modified>
  <cp:revision>1</cp:revision>
  <dc:title>Presentation - Noldan Professionalgacha</dc:title>
</cp:coreProperties>
</file>