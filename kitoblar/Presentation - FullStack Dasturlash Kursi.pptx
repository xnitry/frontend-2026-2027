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Helvetica World" charset="1" panose="020B0500040000020004"/>
      <p:regular r:id="rId23"/>
    </p:embeddedFont>
    <p:embeddedFont>
      <p:font typeface="Georgia Pro Condensed" charset="1" panose="02040506050405020303"/>
      <p:regular r:id="rId24"/>
    </p:embeddedFont>
    <p:embeddedFont>
      <p:font typeface="Helvetica World Bold" charset="1" panose="020B080004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3B82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Noldan Professionalgacha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3B82F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FullStack Dasturlash Kursi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Kurs haqida: Batafsil ma'lumot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16800"/>
            <a:ext cx="6886575" cy="22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 kurs </a:t>
            </a:r>
            <a:r>
              <a:rPr lang="en-US" b="true" sz="2499" spc="-37" strike="noStrike" u="none">
                <a:solidFill>
                  <a:srgbClr val="F1F5F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to'liq boshlang'ichlar</a:t>
            </a:r>
            <a:r>
              <a:rPr lang="en-US" sz="2499" spc="-37" strike="noStrike" u="none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uchun mo'ljallangan bo'lib, amaliy loyihalar orqali texnologiyalarni o'zlashtirishga yordam beradi. Har oy alohida texnologiyaga e'tibor qaratiladi va xalqaro standartlar asosida tuziladi.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5F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B82F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Internet qanday ishlaydi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6572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34675" y="666750"/>
            <a:ext cx="6886575" cy="2599373"/>
            <a:chOff x="0" y="0"/>
            <a:chExt cx="9182100" cy="34658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Tushuncha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2161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Internet — global tarmoq bo‘lib, turli qurilmalar va serverlar o‘rtasida ma'lumot almashish imkoniyatini yaratadi. U turli protokollar yordamida ishlaydi, jumladan HTTP va HTTPS.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4675" y="5143500"/>
            <a:ext cx="6886575" cy="2599373"/>
            <a:chOff x="0" y="0"/>
            <a:chExt cx="9182100" cy="34658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DNS tizimi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04714"/>
              <a:ext cx="9182100" cy="2161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DNS (Domen nomi tizimi) internetdagi domen nomlarini IP manzillarga aylantiradi, bu esa brauzerlarga veb-sahifalarni ko‘rsatishda muhim rol o‘ynaydi, foydalanuvchilarga qulaylik yaratadi.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5F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B82F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HTML Asoslari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6572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34675" y="666750"/>
            <a:ext cx="6886575" cy="2656523"/>
            <a:chOff x="0" y="0"/>
            <a:chExt cx="9182100" cy="35420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Veb Sahifa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2237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Veb sahifaning </a:t>
              </a:r>
              <a:r>
                <a:rPr lang="en-US" b="true" sz="2499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skeleti</a:t>
              </a:r>
              <a:r>
                <a:rPr lang="en-US" sz="2499" spc="-37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HTML orqali yaratiladi, bu esa strukturaning aniq va </a:t>
              </a:r>
              <a:r>
                <a:rPr lang="en-US" b="true" sz="2499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mantiqiy</a:t>
              </a:r>
              <a:r>
                <a:rPr lang="en-US" sz="2499" spc="-37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tashkil etilishiga yordam beradi. Har bir element o'z joyida va tartibda joylashadi.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4675" y="5143500"/>
            <a:ext cx="6886575" cy="2218373"/>
            <a:chOff x="0" y="0"/>
            <a:chExt cx="9182100" cy="29578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Semantik Teglar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04714"/>
              <a:ext cx="9182100" cy="1653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Semantik HTML teglari veb sahifaning </a:t>
              </a:r>
              <a:r>
                <a:rPr lang="en-US" b="true" sz="2499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ma'nosini</a:t>
              </a:r>
              <a:r>
                <a:rPr lang="en-US" sz="2499" spc="-37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ifodalaydi, qidiruv tizimlariga sahifani yanada tushunarli qiladi. Bu, SEO uchun muhim omildir.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3-bosqich: CSS va Bootstrap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2463165"/>
            <a:ext cx="6886575" cy="1780223"/>
            <a:chOff x="0" y="0"/>
            <a:chExt cx="9182100" cy="23736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Selektorlar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CSS selektorlar yordamida elementlarni aniqlash mumkin.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05025" y="7827169"/>
            <a:ext cx="6886575" cy="1826419"/>
            <a:chOff x="0" y="0"/>
            <a:chExt cx="9182100" cy="243522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Bootstrap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66308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Bootstrap freymvorki dizaynni tezlashtirish uchun ishlatiladi.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5149215"/>
            <a:ext cx="6886575" cy="1780223"/>
            <a:chOff x="0" y="0"/>
            <a:chExt cx="9182100" cy="23736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Responsive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Responsive dizayn foydalanuvchi tajribasini yaxshilaydi.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5025" y="5141119"/>
            <a:ext cx="6886575" cy="1826419"/>
            <a:chOff x="0" y="0"/>
            <a:chExt cx="9182100" cy="243522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Grid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66308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CSS Grid yordamida murakkab layoutlar yasash mumkin.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24479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78257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96400" y="24536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6400" y="51396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34675" y="2463165"/>
            <a:ext cx="6886575" cy="1780223"/>
            <a:chOff x="0" y="0"/>
            <a:chExt cx="9182100" cy="23736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Flexbox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Flexbox yordamida moslashuvchan dizayn yaratish osonlashadi.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685800"/>
            <a:ext cx="8324850" cy="3105150"/>
            <a:chOff x="0" y="0"/>
            <a:chExt cx="11099800" cy="4140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110998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1F5F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HTML, CSS, and Bootstrap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81400"/>
              <a:ext cx="110998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Creating a Responsive Landing Page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296400" y="7854950"/>
            <a:ext cx="8324850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Ushbu loyiha HTML, CSS va Bootstrap bilimlarini birlashtirib, </a:t>
            </a:r>
            <a:r>
              <a:rPr lang="en-US" b="true" sz="2499" spc="-37">
                <a:solidFill>
                  <a:srgbClr val="F1F5F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toliq responsive</a:t>
            </a: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landing page yaratish imkonini beradi. Real dizaynni koddan amalga oshirish va portfolio uchun birinchi loyiha.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JavaScript asoslari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2463165"/>
            <a:ext cx="6886575" cy="1780223"/>
            <a:chOff x="0" y="0"/>
            <a:chExt cx="9182100" cy="23736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Ozgaruvchilar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JavaScript'da ozgaruvchilarni e'lon qilish va ishlatish.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5149215"/>
            <a:ext cx="6886575" cy="1370648"/>
            <a:chOff x="0" y="0"/>
            <a:chExt cx="9182100" cy="182753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Xatoliklar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Xatoliklarni boshqarish va debugging jarayonlari.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05025" y="5141119"/>
            <a:ext cx="6886575" cy="1826419"/>
            <a:chOff x="0" y="0"/>
            <a:chExt cx="9182100" cy="243522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DOM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66308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DOM manipulyatsiyasi orqali sahifalarni dinamik yangilash.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24479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96400" y="24536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6400" y="51396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734675" y="2463165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Funktsiyalar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Funktsiyalar yordamida kodni qayta ishlatish va tartibga solish.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685800"/>
            <a:ext cx="8324850" cy="3105150"/>
            <a:chOff x="0" y="0"/>
            <a:chExt cx="11099800" cy="4140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110998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1F5F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JavaScript Ilovasi Loyihasi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81400"/>
              <a:ext cx="110998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Kalkulyator</a:t>
              </a:r>
              <a:r>
                <a:rPr lang="en-US" b="true" sz="2500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yaratish jarayoni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296400" y="8731250"/>
            <a:ext cx="8324850" cy="88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Ushbu loyiha doirasida, siz sof JavaScript asosida </a:t>
            </a:r>
            <a:r>
              <a:rPr lang="en-US" b="true" sz="2499" spc="-37">
                <a:solidFill>
                  <a:srgbClr val="F1F5F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kalkulyator</a:t>
            </a: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yaratishni o'rganasiz.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5-bosqich: React js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2463165"/>
            <a:ext cx="6886575" cy="1780223"/>
            <a:chOff x="0" y="0"/>
            <a:chExt cx="9182100" cy="23736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Components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React uses reusable components for building interfaces.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05025" y="7827169"/>
            <a:ext cx="6886575" cy="1416844"/>
            <a:chOff x="0" y="0"/>
            <a:chExt cx="9182100" cy="188912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Context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6630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Share state globally with Context API effectively.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5149215"/>
            <a:ext cx="6886575" cy="1780223"/>
            <a:chOff x="0" y="0"/>
            <a:chExt cx="9182100" cy="23736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Hooks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Leverage useState and useEffect for functional components.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5025" y="5141119"/>
            <a:ext cx="6886575" cy="1826419"/>
            <a:chOff x="0" y="0"/>
            <a:chExt cx="9182100" cy="243522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Routing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66308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Navigate between pages seamlessly using React Router.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24479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78257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96400" y="24536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6400" y="51396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34675" y="2463165"/>
            <a:ext cx="6886575" cy="1370648"/>
            <a:chOff x="0" y="0"/>
            <a:chExt cx="9182100" cy="18275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State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Manage state effectively with props and hooks.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685800"/>
            <a:ext cx="8324850" cy="3105150"/>
            <a:chOff x="0" y="0"/>
            <a:chExt cx="11099800" cy="4140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110998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1F5F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Interaktiv React Dashboard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81400"/>
              <a:ext cx="110998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API bilan ishlaydigan ilova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296400" y="7854950"/>
            <a:ext cx="8324850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Ushbu loyiha orqali, siz React bilan </a:t>
            </a:r>
            <a:r>
              <a:rPr lang="en-US" b="true" sz="2499" spc="-37">
                <a:solidFill>
                  <a:srgbClr val="F1F5F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interaktiv dashboard</a:t>
            </a: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yaratishingiz mumkin, bu API dan ma'lumotlarni olish va foydalanuvchilarga dinamik ko'rinishda taqdim etish imkonini beradi.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PHP Asoslari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2463165"/>
            <a:ext cx="6886575" cy="1370648"/>
            <a:chOff x="0" y="0"/>
            <a:chExt cx="9182100" cy="18275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Sintaksis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PHP ning asosiy sintaksisi oson o'zlashtiriladi.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05025" y="7827169"/>
            <a:ext cx="6886575" cy="1416844"/>
            <a:chOff x="0" y="0"/>
            <a:chExt cx="9182100" cy="188912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Objektlar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6630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OOP asoslarini o'z ichiga olgan dasturlash.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5149215"/>
            <a:ext cx="6886575" cy="1370648"/>
            <a:chOff x="0" y="0"/>
            <a:chExt cx="9182100" cy="18275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Funksiyalar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Funksiyalarni yaratish va ularni chaqirish mumkin.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5025" y="5141119"/>
            <a:ext cx="6886575" cy="1416844"/>
            <a:chOff x="0" y="0"/>
            <a:chExt cx="9182100" cy="188912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Shartlar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6630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Shartli operatorlar bilan dastur oqimini boshqarish.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24479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78257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96400" y="24536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6400" y="51396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34675" y="2463165"/>
            <a:ext cx="6886575" cy="1370648"/>
            <a:chOff x="0" y="0"/>
            <a:chExt cx="9182100" cy="18275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O'zgaruvchilar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O'zgaruvchilarni e'lon qilish va ulardan foydalanish.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685800"/>
            <a:ext cx="8324850" cy="1990725"/>
            <a:chOff x="0" y="0"/>
            <a:chExt cx="11099800" cy="26543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11099800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1F5F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PHP Loyihasi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095500"/>
              <a:ext cx="110998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Kichik veb tizim yaratish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296400" y="8293100"/>
            <a:ext cx="8324850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Ushbu loyiha orqali, siz </a:t>
            </a:r>
            <a:r>
              <a:rPr lang="en-US" b="true" sz="2499" spc="-37">
                <a:solidFill>
                  <a:srgbClr val="F1F5F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soflik PHP</a:t>
            </a: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asosida kichik veb tizimni yaratishni, MySQL bilan malumotlar bazasini ulash va CRUD amallarini amalga oshirishni o'rganasiz.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Laravel Framework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2463165"/>
            <a:ext cx="6886575" cy="1370648"/>
            <a:chOff x="0" y="0"/>
            <a:chExt cx="9182100" cy="18275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MVC Architecture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Laravel uses MVC to organize code effectively.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05025" y="7827169"/>
            <a:ext cx="6886575" cy="1826419"/>
            <a:chOff x="0" y="0"/>
            <a:chExt cx="9182100" cy="243522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Migration System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66308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Helps manage database changes seamlessly and safely.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5149215"/>
            <a:ext cx="6886575" cy="1370648"/>
            <a:chOff x="0" y="0"/>
            <a:chExt cx="9182100" cy="18275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API Development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Easily create and manage RESTful APIs.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5025" y="5141119"/>
            <a:ext cx="6886575" cy="1416844"/>
            <a:chOff x="0" y="0"/>
            <a:chExt cx="9182100" cy="188912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Authentication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6630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Provides built-in features for user management.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24479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78257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96400" y="24536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6400" y="51396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34675" y="2463165"/>
            <a:ext cx="6886575" cy="1370648"/>
            <a:chOff x="0" y="0"/>
            <a:chExt cx="9182100" cy="18275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Eloquent ORM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Simplifies database queries with an elegant syntax.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685800"/>
            <a:ext cx="8324850" cy="3105150"/>
            <a:chOff x="0" y="0"/>
            <a:chExt cx="11099800" cy="4140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110998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1F5F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Laravel Backend Project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81400"/>
              <a:ext cx="110998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Full-featured API and authentication setup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296400" y="7854950"/>
            <a:ext cx="8324850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Ushbu loyiha orqali siz </a:t>
            </a:r>
            <a:r>
              <a:rPr lang="en-US" b="true" sz="2499" spc="-37">
                <a:solidFill>
                  <a:srgbClr val="F1F5F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Laravel framework</a:t>
            </a: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yordamida backend tizimini to'liq yaratishni o'rganasiz. API yaratish va autentifikatsiya jarayonlarini qisqa muddatda amalga oshirishga tayyorlanasiz.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AI in Development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05025" y="2463165"/>
            <a:ext cx="6886575" cy="1370648"/>
            <a:chOff x="0" y="0"/>
            <a:chExt cx="9182100" cy="182753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Imkoniyatlar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AI dasturchilar uchun yangi imkoniyatlar yaratadi.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05025" y="7827169"/>
            <a:ext cx="6886575" cy="1826419"/>
            <a:chOff x="0" y="0"/>
            <a:chExt cx="9182100" cy="243522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Model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66308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MCP Model Context Protocol dasturlashni osonlashtiradi.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5149215"/>
            <a:ext cx="6886575" cy="1370648"/>
            <a:chOff x="0" y="0"/>
            <a:chExt cx="9182100" cy="18275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Avtomatlashtirish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AI yordamida workflow avtomatlashtirish jarayoni.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5025" y="5141119"/>
            <a:ext cx="6886575" cy="1416844"/>
            <a:chOff x="0" y="0"/>
            <a:chExt cx="9182100" cy="188912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Ko'nikmalar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66308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AI ko'nikmalari karyerangizni rivojlantiradi.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24479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78257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96400" y="245364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6400" y="5139690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34675" y="2463165"/>
            <a:ext cx="6886575" cy="1370648"/>
            <a:chOff x="0" y="0"/>
            <a:chExt cx="9182100" cy="182753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Agentlar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F1F5F9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AI agentlar bilan ishlash asoslarini o'rganish.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685800"/>
            <a:ext cx="8324850" cy="3105150"/>
            <a:chOff x="0" y="0"/>
            <a:chExt cx="11099800" cy="4140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110998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1F5F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Yakuniy FullStack loyiha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81400"/>
              <a:ext cx="110998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1F5F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Barcha ko'nikmalarni to'plang va birlashtiring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296400" y="7816850"/>
            <a:ext cx="8324850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Yakuniy loyiha orqali siz </a:t>
            </a:r>
            <a:r>
              <a:rPr lang="en-US" b="true" sz="2499" spc="-37">
                <a:solidFill>
                  <a:srgbClr val="F1F5F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barcha o'rganilgan texnologiyalarni</a:t>
            </a:r>
            <a:r>
              <a:rPr lang="en-US" sz="2499" spc="-3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bir joyga to'plab, real dunyo muammolarini hal qilish uchun tayyor bo'lasiz. React frontend va Laravel backend integratsiyasi bilan ish faoliyatingizni boshlang.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11285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F1F5F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Biz bilan muvaffaqiyatga erishing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04875"/>
            <a:ext cx="8317491" cy="500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00"/>
              </a:lnSpc>
            </a:pPr>
            <a:r>
              <a:rPr lang="en-US" sz="12900" spc="-451">
                <a:solidFill>
                  <a:srgbClr val="F1F5F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O'z karyerangizni boshlang!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FullStack Dasturlash Kursi</dc:description>
  <dc:identifier>DAHUcZVIMrw</dc:identifier>
  <dcterms:modified xsi:type="dcterms:W3CDTF">2011-08-01T06:04:30Z</dcterms:modified>
  <cp:revision>1</cp:revision>
  <dc:title>Presentation - FullStack Dasturlash Kursi</dc:title>
</cp:coreProperties>
</file>